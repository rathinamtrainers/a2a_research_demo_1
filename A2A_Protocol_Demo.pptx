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A2A Protocol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BCD4"/>
                </a:solidFill>
                <a:latin typeface="Calibri"/>
              </a:defRPr>
            </a:pPr>
            <a:r>
              <a:t>A Complete Implementation of the Agent-to-Agent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Calibri"/>
              </a:defRPr>
            </a:pPr>
            <a:r>
              <a:t>Built with Google ADK 1.25.1  |  Vertex AI  |  Cloud Run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B0BEC5"/>
                </a:solidFill>
                <a:latin typeface="Calibri"/>
              </a:defRPr>
            </a:pPr>
            <a:r>
              <a:t>24 Features  |  9 Agents  |  4 Auth Schemes  |  300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9C"/>
                </a:solidFill>
                <a:latin typeface="Calibri"/>
              </a:defRPr>
            </a:pPr>
            <a:r>
              <a:t>GCP Project: openshift-research-479702  |  Region: us-central1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4285F4"/>
                </a:solidFill>
                <a:latin typeface="Calibri"/>
              </a:rPr>
              <a:t>01  </a:t>
            </a:r>
            <a:r>
              <a:rPr sz="1800" b="1">
                <a:solidFill>
                  <a:srgbClr val="FFFFFF"/>
                </a:solidFill>
                <a:latin typeface="Calibri"/>
              </a:rPr>
              <a:t>What is A2A?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The protocol &amp; why it matters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4285F4"/>
                </a:solidFill>
                <a:latin typeface="Calibri"/>
              </a:rPr>
              <a:t>02  </a:t>
            </a:r>
            <a:r>
              <a:rPr sz="1800" b="1">
                <a:solidFill>
                  <a:srgbClr val="FFFFFF"/>
                </a:solidFill>
                <a:latin typeface="Calibri"/>
              </a:rPr>
              <a:t>Google ADK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Agent Development Kit fundamentals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4285F4"/>
                </a:solidFill>
                <a:latin typeface="Calibri"/>
              </a:rPr>
              <a:t>03  </a:t>
            </a:r>
            <a:r>
              <a:rPr sz="1800" b="1">
                <a:solidFill>
                  <a:srgbClr val="FFFFFF"/>
                </a:solidFill>
                <a:latin typeface="Calibri"/>
              </a:rPr>
              <a:t>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System design &amp; communication flow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4285F4"/>
                </a:solidFill>
                <a:latin typeface="Calibri"/>
              </a:rPr>
              <a:t>04  </a:t>
            </a:r>
            <a:r>
              <a:rPr sz="1800" b="1">
                <a:solidFill>
                  <a:srgbClr val="FFFFFF"/>
                </a:solidFill>
                <a:latin typeface="Calibri"/>
              </a:rPr>
              <a:t>Project Structure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Directory layout &amp; shared infra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4285F4"/>
                </a:solidFill>
                <a:latin typeface="Calibri"/>
              </a:rPr>
              <a:t>05  </a:t>
            </a:r>
            <a:r>
              <a:rPr sz="1800" b="1">
                <a:solidFill>
                  <a:srgbClr val="FFFFFF"/>
                </a:solidFill>
                <a:latin typeface="Calibri"/>
              </a:rPr>
              <a:t>Agent Deep Dives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All 9 agents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34A853"/>
                </a:solidFill>
                <a:latin typeface="Calibri"/>
              </a:rPr>
              <a:t>06  </a:t>
            </a:r>
            <a:r>
              <a:rPr sz="1800" b="1">
                <a:solidFill>
                  <a:srgbClr val="FFFFFF"/>
                </a:solidFill>
                <a:latin typeface="Calibri"/>
              </a:rPr>
              <a:t>Authentication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4 schemes from none to OAuth 2.0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34A853"/>
                </a:solidFill>
                <a:latin typeface="Calibri"/>
              </a:rPr>
              <a:t>07  </a:t>
            </a:r>
            <a:r>
              <a:rPr sz="1800" b="1">
                <a:solidFill>
                  <a:srgbClr val="FFFFFF"/>
                </a:solidFill>
                <a:latin typeface="Calibri"/>
              </a:rPr>
              <a:t>Callbacks &amp; Safety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Guardrails, logging, caching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34A853"/>
                </a:solidFill>
                <a:latin typeface="Calibri"/>
              </a:rPr>
              <a:t>08  </a:t>
            </a:r>
            <a:r>
              <a:rPr sz="1800" b="1">
                <a:solidFill>
                  <a:srgbClr val="FFFFFF"/>
                </a:solidFill>
                <a:latin typeface="Calibri"/>
              </a:rPr>
              <a:t>Testing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300 tests, mocking strategies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34A853"/>
                </a:solidFill>
                <a:latin typeface="Calibri"/>
              </a:rPr>
              <a:t>09  </a:t>
            </a:r>
            <a:r>
              <a:rPr sz="1800" b="1">
                <a:solidFill>
                  <a:srgbClr val="FFFFFF"/>
                </a:solidFill>
                <a:latin typeface="Calibri"/>
              </a:rPr>
              <a:t>Deployment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Local, Cloud Run, Agent Engine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sz="1400" b="1">
                <a:solidFill>
                  <a:srgbClr val="34A853"/>
                </a:solidFill>
                <a:latin typeface="Calibri"/>
              </a:rPr>
              <a:t>10  </a:t>
            </a:r>
            <a:r>
              <a:rPr sz="1800" b="1">
                <a:solidFill>
                  <a:srgbClr val="FFFFFF"/>
                </a:solidFill>
                <a:latin typeface="Calibri"/>
              </a:rPr>
              <a:t>Live Demo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End-to-end walkthrough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A2A?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AI agents today are siloed. A LangChain agent can't talk to a CrewAI agent.</a:t>
            </a:r>
            <a:br/>
            <a:r>
              <a:t>An AutoGen agent can't discover a Vertex AI agent's capabilities.</a:t>
            </a:r>
            <a:br/>
            <a:r>
              <a:t>Every framework has its own proprietary communication format.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A2A Protocol  --  Core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2468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defRPr sz="2200" b="1">
                <a:solidFill>
                  <a:srgbClr val="4285F4"/>
                </a:solidFill>
                <a:latin typeface="Calibri"/>
              </a:defRPr>
            </a:pPr>
            <a:r>
              <a:t>Agent Card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78909C"/>
                </a:solidFill>
                <a:latin typeface="Consolas"/>
              </a:defRPr>
            </a:pPr>
            <a:r>
              <a:t>/.well-known/agent.json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JSON document advertising name,</a:t>
            </a:r>
            <a:br/>
            <a:r>
              <a:t>skills, capabilities, auth requirements.</a:t>
            </a:r>
            <a:br/>
            <a:r>
              <a:t>Think: business card for AI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2468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defRPr sz="2200" b="1">
                <a:solidFill>
                  <a:srgbClr val="34A853"/>
                </a:solidFill>
                <a:latin typeface="Calibri"/>
              </a:defRPr>
            </a:pPr>
            <a:r>
              <a:t>JSON-RPC 2.0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78909C"/>
                </a:solidFill>
                <a:latin typeface="Consolas"/>
              </a:defRPr>
            </a:pPr>
            <a:r>
              <a:t>POST /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All communication uses JSON-RPC 2.0.</a:t>
            </a:r>
            <a:br/>
            <a:r>
              <a:t>Methods: message/send, message/stream,</a:t>
            </a:r>
            <a:br/>
            <a:r>
              <a:t>tasks/get, tasks/cancel, tasks/list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03520" cy="2468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defRPr sz="2200" b="1">
                <a:solidFill>
                  <a:srgbClr val="FBBC04"/>
                </a:solidFill>
                <a:latin typeface="Calibri"/>
              </a:defRPr>
            </a:pPr>
            <a:r>
              <a:t>Task Lifecycle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78909C"/>
                </a:solidFill>
                <a:latin typeface="Consolas"/>
              </a:defRPr>
            </a:pPr>
            <a:r>
              <a:t>7 States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submitted -&gt; working -&gt; completed</a:t>
            </a:r>
            <a:br/>
            <a:r>
              <a:t>             -&gt; failed / canceled</a:t>
            </a:r>
            <a:br/>
            <a:r>
              <a:t>             -&gt; input-required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defRPr sz="2200" b="1">
                <a:solidFill>
                  <a:srgbClr val="FF9800"/>
                </a:solidFill>
                <a:latin typeface="Calibri"/>
              </a:defRPr>
            </a:pPr>
            <a:r>
              <a:t>Message Parts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78909C"/>
                </a:solidFill>
                <a:latin typeface="Consolas"/>
              </a:defRPr>
            </a:pPr>
            <a:r>
              <a:t>role + parts[]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TextPart: plain text</a:t>
            </a:r>
            <a:br/>
            <a:r>
              <a:t>FilePart: binary data or URI</a:t>
            </a:r>
            <a:br/>
            <a:r>
              <a:t>DataPart: structured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Protocol  vs  SDK  vs 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A2A Protocol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The specification (like HTTP spec)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JSON-RPC methods, Agent Card schema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a2a-sdk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Reference implementation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Python package, gRPC stubs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Google ADK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Agent framework that implements A2A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LlmAgent, RemoteA2aAgent, to_a2a()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C04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You can build an A2A-compliant agent WITHOUT ADK.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B0BEC5"/>
                </a:solidFill>
                <a:latin typeface="Calibri"/>
              </a:defRPr>
            </a:pPr>
            <a:r>
              <a:t>The a2a_client/client.py in this project proves it -- it uses only httpx (raw HTTP).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B0BEC5"/>
                </a:solidFill>
                <a:latin typeface="Calibri"/>
              </a:defRPr>
            </a:pPr>
            <a:r>
              <a:t>The a2a_client/grpc_client.py does the same over gRPC with Protobuf.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Google Agent Development Kit (ADK)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Open-source framework for building AI agents  |  Version 1.25.1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ADK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566160" cy="23774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4285F4"/>
                </a:solidFill>
                <a:latin typeface="Consolas"/>
              </a:defRPr>
            </a:pPr>
            <a:r>
              <a:t>LlmAgent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LLM-backed agent with model, instruction,</a:t>
            </a:r>
            <a:br/>
            <a:r>
              <a:t>tools, sub_agents, callbacks, output_key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66160" cy="23774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34A853"/>
                </a:solidFill>
                <a:latin typeface="Consolas"/>
              </a:defRPr>
            </a:pPr>
            <a:r>
              <a:t>SequentialAgent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Runs sub-agents in order: A -&gt; B -&gt; C</a:t>
            </a:r>
            <a:br/>
            <a:r>
              <a:t>Deterministic pipeline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566160" cy="23774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FBBC04"/>
                </a:solidFill>
                <a:latin typeface="Consolas"/>
              </a:defRPr>
            </a:pPr>
            <a:r>
              <a:t>ParallelAgent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Runs sub-agents concurrently (fan-out)</a:t>
            </a:r>
            <a:br/>
            <a:r>
              <a:t>All execute simultaneously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3566160" cy="23774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FF9800"/>
                </a:solidFill>
                <a:latin typeface="Consolas"/>
              </a:defRPr>
            </a:pPr>
            <a:r>
              <a:t>LoopAgent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Repeats sub-agents until exit condition</a:t>
            </a:r>
            <a:br/>
            <a:r>
              <a:t>or max_iterations reached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566160" cy="23774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00BCD4"/>
                </a:solidFill>
                <a:latin typeface="Consolas"/>
              </a:defRPr>
            </a:pPr>
            <a:r>
              <a:t>RemoteA2aAgent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Proxy to a remote A2A server. Discovers</a:t>
            </a:r>
            <a:br/>
            <a:r>
              <a:t>capabilities via Agent Card at 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931920"/>
            <a:ext cx="3566160" cy="237744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EA4335"/>
                </a:solidFill>
                <a:latin typeface="Consolas"/>
              </a:defRPr>
            </a:pPr>
            <a:r>
              <a:t>to_a2a()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Converts any ADK agent into an A2A-compliant</a:t>
            </a:r>
            <a:br/>
            <a:r>
              <a:t>web app with JSON-RPC + agent card route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Multi-agent ecosystem with specialist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Request Flow  --  Top to Bottom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53035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0BCD4"/>
                </a:solidFill>
                <a:latin typeface="Consolas"/>
              </a:defRPr>
            </a:pPr>
            <a:r>
              <a:t>  "What is the weather in Paris?"</a:t>
            </a:r>
            <a:br/>
            <a:r>
              <a:t>                |</a:t>
            </a:r>
            <a:br/>
            <a:r>
              <a:t>  Layer 1       v</a:t>
            </a:r>
            <a:br/>
            <a:r>
              <a:t>  CLIENT:   a2a_client (HTTP / gRPC)          -- Any HTTP client, no SDK needed</a:t>
            </a:r>
            <a:br/>
            <a:r>
              <a:t>                |</a:t>
            </a:r>
            <a:br/>
            <a:r>
              <a:t>                | JSON-RPC 2.0 over HTTP</a:t>
            </a:r>
            <a:br/>
            <a:r>
              <a:t>  Layer 2       v</a:t>
            </a:r>
            <a:br/>
            <a:r>
              <a:t>  ROUTER:   orchestrator_agent                 -- LLM reads descriptions, picks agent</a:t>
            </a:r>
            <a:br/>
            <a:r>
              <a:t>            5x RemoteA2aAgent sub-agents</a:t>
            </a:r>
            <a:br/>
            <a:r>
              <a:t>            httpx clients with auth headers</a:t>
            </a:r>
            <a:br/>
            <a:r>
              <a:t>                |</a:t>
            </a:r>
            <a:br/>
            <a:r>
              <a:t>                | A2A Protocol (Agent Card discovery + JSON-RPC)</a:t>
            </a:r>
            <a:br/>
            <a:r>
              <a:t>  Layer 3       v</a:t>
            </a:r>
            <a:br/>
            <a:r>
              <a:t>  AGENTS:   weather  research   code     data     async</a:t>
            </a:r>
            <a:br/>
            <a:r>
              <a:t>            :8001    :8002      :8003    :8004    :8005</a:t>
            </a:r>
            <a:br/>
            <a:r>
              <a:t>            No Auth  JWT       API Key  OAuth    Push+SSE</a:t>
            </a:r>
            <a:br/>
            <a:r>
              <a:t>                |</a:t>
            </a:r>
            <a:br/>
            <a:r>
              <a:t>  Layer 4       v</a:t>
            </a:r>
            <a:br/>
            <a:r>
              <a:t>  SHARED:   config.py  |  auth.py  |  callbacks.py</a:t>
            </a:r>
            <a:br/>
            <a:r>
              <a:t>            Settings     4 schemes    Logging + Guardrails + Cache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81699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Communication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225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A2A Method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Sync request/response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"Weather in Paris?"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message/send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weather_agent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SSE Streaming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"5-day forecast for Tokyo"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message/stream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weather, research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Async + Push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"Run 20-sec simulation"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message/send + webhook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async_agent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Polling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Loop agent checks status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tasks/get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loop_agent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Cancellation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Stop a running task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tasks/cancel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async_agent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Multi-turn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"Research AI" -&gt; "Focus safety"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message/send + taskId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research_agent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Directory layout, shared infrastructure, and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Directory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300" b="0">
                <a:solidFill>
                  <a:srgbClr val="00BCD4"/>
                </a:solidFill>
                <a:latin typeface="Consolas"/>
              </a:defRPr>
            </a:pPr>
            <a:r>
              <a:t>A2A_Research_demo_1/</a:t>
            </a:r>
            <a:br/>
            <a:r>
              <a:t>|</a:t>
            </a:r>
            <a:br/>
            <a:r>
              <a:t>|-- shared/              Config, auth, callbacks</a:t>
            </a:r>
            <a:br/>
            <a:r>
              <a:t>|-- weather_agent/       Simplest A2A agent</a:t>
            </a:r>
            <a:br/>
            <a:r>
              <a:t>|-- research_agent/      JWT + extended card</a:t>
            </a:r>
            <a:br/>
            <a:r>
              <a:t>|-- code_agent/          Code execution sandbox</a:t>
            </a:r>
            <a:br/>
            <a:r>
              <a:t>|-- data_agent/          CSV artifacts + OAuth</a:t>
            </a:r>
            <a:br/>
            <a:r>
              <a:t>|-- async_agent/         Custom FastAPI (no ADK)</a:t>
            </a:r>
            <a:br/>
            <a:r>
              <a:t>|-- orchestrator_agent/  Root router agent</a:t>
            </a:r>
            <a:br/>
            <a:r>
              <a:t>|-- pipeline_agent/      Sequential pipeline</a:t>
            </a:r>
            <a:br/>
            <a:r>
              <a:t>|-- parallel_agent/      Fan-out weather</a:t>
            </a:r>
            <a:br/>
            <a:r>
              <a:t>|-- loop_agent/          Polling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300" b="0">
                <a:solidFill>
                  <a:srgbClr val="00BCD4"/>
                </a:solidFill>
                <a:latin typeface="Consolas"/>
              </a:defRPr>
            </a:pPr>
            <a:r>
              <a:t>|-- a2a_client/          Standalone clients</a:t>
            </a:r>
            <a:br/>
            <a:r>
              <a:t>|   |-- client.py        HTTP (httpx only)</a:t>
            </a:r>
            <a:br/>
            <a:r>
              <a:t>|   |-- grpc_client.py   gRPC (protobuf)</a:t>
            </a:r>
            <a:br/>
            <a:r>
              <a:t>|</a:t>
            </a:r>
            <a:br/>
            <a:r>
              <a:t>|-- webhook_server/      Push notification sink</a:t>
            </a:r>
            <a:br/>
            <a:r>
              <a:t>|-- evals/               ADK evaluation datasets</a:t>
            </a:r>
            <a:br/>
            <a:r>
              <a:t>|-- protos/              gRPC .proto definitions</a:t>
            </a:r>
            <a:br/>
            <a:r>
              <a:t>|-- scripts/             start/stop/deploy</a:t>
            </a:r>
            <a:br/>
            <a:r>
              <a:t>|-- tests/               300 pytest tests</a:t>
            </a:r>
            <a:br/>
            <a:r>
              <a:t>|</a:t>
            </a:r>
            <a:br/>
            <a:r>
              <a:t>|-- .env                 Runtime configuration</a:t>
            </a:r>
            <a:br/>
            <a:r>
              <a:t>|-- requirements.txt     Pinned dependencies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shared/config.py  --  Centralized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858000" cy="45720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0BCD4"/>
                </a:solidFill>
                <a:latin typeface="Consolas"/>
              </a:defRPr>
            </a:pPr>
            <a:r>
              <a:t>@dataclass</a:t>
            </a:r>
            <a:br/>
            <a:r>
              <a:t>class Settings:</a:t>
            </a:r>
            <a:br/>
            <a:r>
              <a:t>    GOOGLE_CLOUD_PROJECT: str = field(</a:t>
            </a:r>
            <a:br/>
            <a:r>
              <a:t>        default_factory=lambda: os.environ.get("GOOGLE_CLOUD_PROJECT", "")</a:t>
            </a:r>
            <a:br/>
            <a:r>
              <a:t>    )</a:t>
            </a:r>
            <a:br/>
            <a:r>
              <a:t>    GEMINI_MODEL: str = "gemini-2.0-flash"</a:t>
            </a:r>
            <a:br/>
            <a:r>
              <a:t>    WEATHER_AGENT_URL: str = "http://localhost:8001"</a:t>
            </a:r>
            <a:br/>
            <a:r>
              <a:t>    # ... 14 fields total</a:t>
            </a:r>
            <a:br/>
            <a:br/>
            <a:r>
              <a:t>    def validate(self) -&gt; None:</a:t>
            </a:r>
            <a:br/>
            <a:r>
              <a:t>        """Check all required env vars are set."""</a:t>
            </a:r>
            <a:br/>
            <a:r>
              <a:t>        ...</a:t>
            </a:r>
            <a:br/>
            <a:br/>
            <a:r>
              <a:t>settings = Settings()            # Singleton</a:t>
            </a:r>
            <a:br/>
            <a:r>
              <a:t>if "pytest" not in sys.modules:  # Skip during test collection</a:t>
            </a:r>
            <a:br/>
            <a:r>
              <a:t>    settings.validate()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Design Principles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Python dataclass -- typed, testable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Reads from .env via python-dotenv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Singleton pattern -- one instance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validate() checks required fields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Test guard prevents broken collection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1400" b="1">
                <a:solidFill>
                  <a:srgbClr val="FBBC04"/>
                </a:solidFill>
                <a:latin typeface="Calibri"/>
              </a:defRPr>
            </a:pPr>
            <a:r>
              <a:t>Every agent imports: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from shared.config import settings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Agent Deep Dives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Starting with the simplest: weather_agent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weather_agent  --  The Minimal A2A Agent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85800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0BCD4"/>
                </a:solidFill>
                <a:latin typeface="Consolas"/>
              </a:defRPr>
            </a:pPr>
            <a:r>
              <a:t># Step 1: Define the Agent Card</a:t>
            </a:r>
            <a:br/>
            <a:r>
              <a:t>_AGENT_CARD = AgentCard(</a:t>
            </a:r>
            <a:br/>
            <a:r>
              <a:t>    name="weather_agent",</a:t>
            </a:r>
            <a:br/>
            <a:r>
              <a:t>    skills=[_weather_skill, _forecast_skill],</a:t>
            </a:r>
            <a:br/>
            <a:r>
              <a:t>    capabilities=AgentCapabilities(streaming=True),</a:t>
            </a:r>
            <a:br/>
            <a:r>
              <a:t>)</a:t>
            </a:r>
            <a:br/>
            <a:br/>
            <a:r>
              <a:t># Step 2: Create the LLM Agent</a:t>
            </a:r>
            <a:br/>
            <a:r>
              <a:t>root_agent = LlmAgent(</a:t>
            </a:r>
            <a:br/>
            <a:r>
              <a:t>    model=settings.GEMINI_MODEL,</a:t>
            </a:r>
            <a:br/>
            <a:r>
              <a:t>    instruction="You are a weather assistant...",</a:t>
            </a:r>
            <a:br/>
            <a:r>
              <a:t>    tools=[get_weather, get_forecast],</a:t>
            </a:r>
            <a:br/>
            <a:r>
              <a:t>)</a:t>
            </a:r>
            <a:br/>
            <a:br/>
            <a:r>
              <a:t># Step 3: Convert to A2A web application</a:t>
            </a:r>
            <a:br/>
            <a:r>
              <a:t>app = to_a2a(root_agent, port=8001, agent_card=_AGENT_CARD)</a:t>
            </a:r>
            <a:br/>
            <a:br/>
            <a:r>
              <a:t># That's it! to_a2a() auto-creates:</a:t>
            </a:r>
            <a:br/>
            <a:r>
              <a:t>#   GET  /.well-known/agent.json  --&gt; Agent Card</a:t>
            </a:r>
            <a:br/>
            <a:r>
              <a:t>#   POST /                        --&gt; JSON-RPC dispatcher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A853"/>
                </a:solidFill>
                <a:latin typeface="Calibri"/>
              </a:defRPr>
            </a:pPr>
            <a:r>
              <a:t>3-Step Pattern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1. Agent Card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Advertise skills &amp; capabilities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2. LLM 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Model + instruction + tools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3. to_a2a()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Instant A2A web server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1400" b="0">
                <a:solidFill>
                  <a:srgbClr val="FBBC04"/>
                </a:solidFill>
                <a:latin typeface="Calibri"/>
              </a:defRPr>
            </a:pPr>
            <a:r>
              <a:t>Features: F1, F2, F3, F8, F12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Function Tools  --  How ADK Turns Python into Tool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85800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0BCD4"/>
                </a:solidFill>
                <a:latin typeface="Consolas"/>
              </a:defRPr>
            </a:pPr>
            <a:r>
              <a:t>async def get_weather(city: str) -&gt; dict:</a:t>
            </a:r>
            <a:br/>
            <a:r>
              <a:t>    """</a:t>
            </a:r>
            <a:br/>
            <a:r>
              <a:t>    Return current weather conditions for a city.</a:t>
            </a:r>
            <a:br/>
            <a:r>
              <a:t>    Args:</a:t>
            </a:r>
            <a:br/>
            <a:r>
              <a:t>        city: City name, e.g. "London"</a:t>
            </a:r>
            <a:br/>
            <a:r>
              <a:t>    Returns:</a:t>
            </a:r>
            <a:br/>
            <a:r>
              <a:t>        Dict with temperature_c, conditions, etc.</a:t>
            </a:r>
            <a:br/>
            <a:r>
              <a:t>    """</a:t>
            </a:r>
            <a:br/>
            <a:r>
              <a:t>    if not settings.OPENWEATHERMAP_API_KEY:</a:t>
            </a:r>
            <a:br/>
            <a:r>
              <a:t>        return _mock_weather(city)  # Fallback</a:t>
            </a:r>
            <a:br/>
            <a:br/>
            <a:r>
              <a:t>    async with httpx.AsyncClient() as client:</a:t>
            </a:r>
            <a:br/>
            <a:r>
              <a:t>        resp = await client.get(f"{OWM}/weather",</a:t>
            </a:r>
            <a:br/>
            <a:r>
              <a:t>                                params={"q": city, ...})</a:t>
            </a:r>
            <a:br/>
            <a:r>
              <a:t>        data = resp.json()</a:t>
            </a:r>
            <a:br/>
            <a:r>
              <a:t>        return {"city": data["name"],</a:t>
            </a:r>
            <a:br/>
            <a:r>
              <a:t>                "temperature_c": data["main"]["temp"], ...}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ADK Auto-Schema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Type hints -&gt; JSON Schema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Docstring -&gt; tool description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LLM sees function signature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2000" b="1">
                <a:solidFill>
                  <a:srgbClr val="FBBC04"/>
                </a:solidFill>
                <a:latin typeface="Calibri"/>
              </a:defRPr>
            </a:pPr>
            <a:r>
              <a:t>Mock Data Fallback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No API key? Return mock data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Demo works out of the box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2000" b="1">
                <a:solidFill>
                  <a:srgbClr val="34A853"/>
                </a:solidFill>
                <a:latin typeface="Calibri"/>
              </a:defRPr>
            </a:pPr>
            <a:r>
              <a:t>Async by Design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httpx.AsyncClient -- non-blocking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ADK handles async tools natively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orchestrator_agent  --  The 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858000" cy="43891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0BCD4"/>
                </a:solidFill>
                <a:latin typeface="Consolas"/>
              </a:defRPr>
            </a:pPr>
            <a:r>
              <a:t># Pre-configured httpx clients with auth headers</a:t>
            </a:r>
            <a:br/>
            <a:r>
              <a:t>_code_client = httpx.AsyncClient(</a:t>
            </a:r>
            <a:br/>
            <a:r>
              <a:t>    headers={"X-API-Key": settings.CODE_AGENT_API_KEY},</a:t>
            </a:r>
            <a:br/>
            <a:r>
              <a:t>    timeout=httpx.Timeout(120.0),</a:t>
            </a:r>
            <a:br/>
            <a:r>
              <a:t>)</a:t>
            </a:r>
            <a:br/>
            <a:br/>
            <a:r>
              <a:t># RemoteA2aAgent with auth client</a:t>
            </a:r>
            <a:br/>
            <a:r>
              <a:t>code_agent = RemoteA2aAgent(</a:t>
            </a:r>
            <a:br/>
            <a:r>
              <a:t>    name="code_agent",</a:t>
            </a:r>
            <a:br/>
            <a:r>
              <a:t>    agent_card=f"{URL}/.well-known/agent.json",</a:t>
            </a:r>
            <a:br/>
            <a:r>
              <a:t>    httpx_client=_code_client,  # auth pre-set</a:t>
            </a:r>
            <a:br/>
            <a:r>
              <a:t>)</a:t>
            </a:r>
            <a:br/>
            <a:br/>
            <a:r>
              <a:t>root_agent = LlmAgent(</a:t>
            </a:r>
            <a:br/>
            <a:r>
              <a:t>    model=settings.GEMINI_MODEL,</a:t>
            </a:r>
            <a:br/>
            <a:r>
              <a:t>    instruction="Route to the right specialist...",</a:t>
            </a:r>
            <a:br/>
            <a:r>
              <a:t>    sub_agents=[weather, research, code, data, async],</a:t>
            </a:r>
            <a:br/>
            <a:r>
              <a:t>    tools=[list_available_agents, get_agent_status],</a:t>
            </a:r>
            <a:br/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LLM-as-Router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LLM reads sub-agent descriptions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Decides which specialist to call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No if/else routing rules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2000" b="1">
                <a:solidFill>
                  <a:srgbClr val="34A853"/>
                </a:solidFill>
                <a:latin typeface="Calibri"/>
              </a:defRPr>
            </a:pPr>
            <a:r>
              <a:t>Auth via httpx Clients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Each RemoteA2aAgent gets a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pre-configured httpx.AsyncClient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with auth headers + 120s timeout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async_agent  --  Custom A2A (No ADK)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C04"/>
                </a:solidFill>
                <a:latin typeface="Calibri"/>
              </a:defRPr>
            </a:pPr>
            <a:r>
              <a:t>Why Custom?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B0BEC5"/>
                </a:solidFill>
                <a:latin typeface="Calibri"/>
              </a:defRPr>
            </a:pPr>
            <a:r>
              <a:t>ADK's default handler doesn't support: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Background task execution (20-sec tasks)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Push notification delivery (webhooks)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Task cancellation (asyncio.Task.cancel())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SSE streaming with progress updates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Cursor-based task pagination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2000" b="1">
                <a:solidFill>
                  <a:srgbClr val="4285F4"/>
                </a:solidFill>
                <a:latin typeface="Calibri"/>
              </a:defRPr>
            </a:pPr>
            <a:r>
              <a:t>In-Memory 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_task_store: dict[str, dict]  -- task state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_webhook_store: dict[str, dict]  -- configs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_running_tasks: dict[str, asyncio.Task]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_sse_queues: dict[str, list[Queue]]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A853"/>
                </a:solidFill>
                <a:latin typeface="Calibri"/>
              </a:defRPr>
            </a:pPr>
            <a:r>
              <a:t>Request Flow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1. Client POSTs message/send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2. Create task (status: submitted)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3. asyncio.create_task() for background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4. Store Task in _running_tasks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5. Return immediately to client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6. Background: 20-sec simulation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   - 0%, 25%, 50%, 75% progress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   - Push notifications to webhook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   - SSE events to connected clients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7. Final: status -&gt; completed + artifact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Workflow Agents  --  Sequential, Parallel,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1800" b="1">
                <a:solidFill>
                  <a:srgbClr val="4285F4"/>
                </a:solidFill>
                <a:latin typeface="Consolas"/>
              </a:defRPr>
            </a:pPr>
            <a:r>
              <a:t>pipeline_agent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SequentialAgent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fetch_agent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Gather raw information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BCD4"/>
                </a:solidFill>
                <a:latin typeface="Consolas"/>
              </a:defRPr>
            </a:pPr>
            <a:r>
              <a:t>output_key='raw_data'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        v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analyze_agent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Extract 3-5 key insights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BCD4"/>
                </a:solidFill>
                <a:latin typeface="Consolas"/>
              </a:defRPr>
            </a:pPr>
            <a:r>
              <a:t>output_key='analysis'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        v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report_agent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Markdown report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0BCD4"/>
                </a:solidFill>
                <a:latin typeface="Consolas"/>
              </a:defRPr>
            </a:pPr>
            <a:r>
              <a:t>output_key='final_report'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1800" b="1">
                <a:solidFill>
                  <a:srgbClr val="34A853"/>
                </a:solidFill>
                <a:latin typeface="Consolas"/>
              </a:defRPr>
            </a:pPr>
            <a:r>
              <a:t>parallel_agent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ParallelAgent + SequentialAgent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Fan-Out (concurrent):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London   -&gt; RemoteA2aAgent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Tokyo    -&gt; RemoteA2aAgent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New York -&gt; RemoteA2aAgent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Sydney   -&gt; RemoteA2aAgent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Paris    -&gt; RemoteA2aAgent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        v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Fan-In (aggregate):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Summary table of all 5 cities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56616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1800" b="1">
                <a:solidFill>
                  <a:srgbClr val="FBBC04"/>
                </a:solidFill>
                <a:latin typeface="Consolas"/>
              </a:defRPr>
            </a:pPr>
            <a:r>
              <a:t>loop_agent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LoopAgent (max 10 iterations)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start_task_agent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Delegates to RemoteA2aAgent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Starts async task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78909C"/>
                </a:solidFill>
                <a:latin typeface="Calibri"/>
              </a:defRPr>
            </a:pPr>
            <a:r>
              <a:t>        v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poll_agent (loop)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Checks task status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WORKING -&gt; continue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exit_check_agent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DONE/FAILED -&gt; EXIT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WORKING -&gt; CONTINUE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Authentication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4 schemes from zero security to full OAuth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Authentication Schemes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Scheme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Header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No Auth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weather_agent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(none)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Fully open -- no credentials needed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API Key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code_agent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X-API-Key: &lt;key&gt;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Shared secret in header, middleware validates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Bearer JWT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research_agent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Authorization: Bearer &lt;jwt&gt;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HMAC-SHA256 signed token with expiry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OAuth 2.0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data_agent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Authorization: Bearer &lt;token&gt;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GCP service account token verification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8912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C04"/>
                </a:solidFill>
                <a:latin typeface="Calibri"/>
              </a:defRPr>
            </a:pPr>
            <a:r>
              <a:t>Cross-Cutting Rule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Discovery is ALWAYS public. Operations require auth.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if request.url.path == "/.well-known/agent.json":  return await call_next(request)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Agents must be discoverable without pre-shared credentials -- this is essential for A2A.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Callbacks, Guardrails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6 ADK callback hooks for logging, security, and caching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Callback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400800" cy="53035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300" b="0">
                <a:solidFill>
                  <a:srgbClr val="00BCD4"/>
                </a:solidFill>
                <a:latin typeface="Consolas"/>
              </a:defRPr>
            </a:pPr>
            <a:r>
              <a:t>Incoming message</a:t>
            </a:r>
            <a:br/>
            <a:r>
              <a:t>     |</a:t>
            </a:r>
            <a:br/>
            <a:r>
              <a:t>     v</a:t>
            </a:r>
            <a:br/>
            <a:r>
              <a:t>[before_model_callback]  &lt;-- Log agent + message count</a:t>
            </a:r>
            <a:br/>
            <a:r>
              <a:t>     |</a:t>
            </a:r>
            <a:br/>
            <a:r>
              <a:t>     v</a:t>
            </a:r>
            <a:br/>
            <a:r>
              <a:t>  LLM Call (Gemini)</a:t>
            </a:r>
            <a:br/>
            <a:r>
              <a:t>     |</a:t>
            </a:r>
            <a:br/>
            <a:r>
              <a:t>     v</a:t>
            </a:r>
            <a:br/>
            <a:r>
              <a:t>[after_model_callback]   &lt;-- Log tokens, redact URLs</a:t>
            </a:r>
            <a:br/>
            <a:r>
              <a:t>     |</a:t>
            </a:r>
            <a:br/>
            <a:r>
              <a:t>     v</a:t>
            </a:r>
            <a:br/>
            <a:r>
              <a:t>  LLM decides to call a tool</a:t>
            </a:r>
            <a:br/>
            <a:r>
              <a:t>     |</a:t>
            </a:r>
            <a:br/>
            <a:r>
              <a:t>     v</a:t>
            </a:r>
            <a:br/>
            <a:r>
              <a:t>[before_tool_callback]   &lt;-- GUARDRAIL: block os.system, eval</a:t>
            </a:r>
            <a:br/>
            <a:r>
              <a:t>     |                       CACHE: return cached result</a:t>
            </a:r>
            <a:br/>
            <a:r>
              <a:t>     v</a:t>
            </a:r>
            <a:br/>
            <a:r>
              <a:t>  Tool Execution</a:t>
            </a:r>
            <a:br/>
            <a:r>
              <a:t>     |</a:t>
            </a:r>
            <a:br/>
            <a:r>
              <a:t>     v</a:t>
            </a:r>
            <a:br/>
            <a:r>
              <a:t>[after_tool_callback]    &lt;-- Log result, store in cache</a:t>
            </a:r>
            <a:br/>
            <a:r>
              <a:t>     |</a:t>
            </a:r>
            <a:br/>
            <a:r>
              <a:t>     v</a:t>
            </a:r>
            <a:br/>
            <a:r>
              <a:t>Response to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Return Value Semantics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34A853"/>
                </a:solidFill>
                <a:latin typeface="Consolas"/>
              </a:defRPr>
            </a:pPr>
            <a:r>
              <a:t>return None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Pass through (normal processing)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EA4335"/>
                </a:solidFill>
                <a:latin typeface="Consolas"/>
              </a:defRPr>
            </a:pPr>
            <a:r>
              <a:t>return {...}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Intercept (use this result instead)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2000" b="1">
                <a:solidFill>
                  <a:srgbClr val="EA4335"/>
                </a:solidFill>
                <a:latin typeface="Calibri"/>
              </a:defRPr>
            </a:pPr>
            <a:r>
              <a:t>Guardrail Example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Blocked patterns: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os.system, subprocess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eval(), exec(), open()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shutil.rmtree, __import__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300 tests  |  ~4 seconds  |  Zero GCP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They Test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test_config.py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Settings defaults, validation, env overrides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test_shared_auth.py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API key, Bearer JWT, HMAC signatures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Callbacks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test_shared_callbacks.py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Logging, guardrails, caching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test_weather_agent.py + ext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Mock data, API parsing, aggregation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Async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test_async_agent.py + lifecycle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Task CRUD, pagination, cancel, HMAC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Webhook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test_webhook_server.py + ext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Event receipt, HMAC, timestamps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test_a2a_client.py + ext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URL normalization, send, stream, get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test_data_agent.py + ext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CSV parsing, statistics, reports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Orchestrator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test_orchestrator_*.py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Agent listing, status, URL redaction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Testing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0BCD4"/>
                </a:solidFill>
                <a:latin typeface="Consolas"/>
              </a:defRPr>
            </a:pPr>
            <a:r>
              <a:t># 1. Auto-mock environment (conftest.py)</a:t>
            </a:r>
            <a:br/>
            <a:r>
              <a:t>@pytest.fixture(autouse=True)</a:t>
            </a:r>
            <a:br/>
            <a:r>
              <a:t>def mock_env_vars(monkeypatch):</a:t>
            </a:r>
            <a:br/>
            <a:r>
              <a:t>    monkeypatch.setenv("GOOGLE_GENAI_USE_VERTEXAI", "0")</a:t>
            </a:r>
            <a:br/>
            <a:r>
              <a:t>    monkeypatch.setenv("OPENWEATHERMAP_API_KEY", "")  # mock</a:t>
            </a:r>
            <a:br/>
            <a:br/>
            <a:r>
              <a:t># 2. FastAPI TestClient (sync wrapper for async)</a:t>
            </a:r>
            <a:br/>
            <a:r>
              <a:t>client = TestClient(app)</a:t>
            </a:r>
            <a:br/>
            <a:r>
              <a:t>resp = client.post("/", json=payload)</a:t>
            </a:r>
            <a:br/>
            <a:r>
              <a:t>assert resp.status_code == 200</a:t>
            </a:r>
            <a:br/>
            <a:br/>
            <a:r>
              <a:t># 3. AsyncMock for httpx.AsyncClient</a:t>
            </a:r>
            <a:br/>
            <a:r>
              <a:t>mock_client = AsyncMock()</a:t>
            </a:r>
            <a:br/>
            <a:r>
              <a:t>mock_client.get = AsyncMock(return_value=mock_resp)</a:t>
            </a:r>
            <a:br/>
            <a:r>
              <a:t>with patch("httpx.AsyncClient", return_value=mock_client):</a:t>
            </a:r>
            <a:br/>
            <a:r>
              <a:t>    result = await tools_mod.get_weather("London")</a:t>
            </a:r>
            <a:br/>
            <a:br/>
            <a:r>
              <a:t># 4. monkeypatch settings singleton</a:t>
            </a:r>
            <a:br/>
            <a:r>
              <a:t>monkeypatch.setattr(tools_mod.settings, "API_KEY", "fake")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Local dev  |  Google Cloud Run  |  Vertex AI Agent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Local Dev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./scripts/start_all.sh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weather_agent  :8001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research_agent :8002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code_agent     :8003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data_agent     :8004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async_agent    :8005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webhook_server :9000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adk web --host 0.0.0.0 --port 8000 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ADK Dev UI at :8000/dev-ui/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34A853"/>
                </a:solidFill>
                <a:latin typeface="Calibri"/>
              </a:defRPr>
            </a:pPr>
            <a:r>
              <a:t>Cloud Run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Dockerised microservices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00BCD4"/>
                </a:solidFill>
                <a:latin typeface="Consolas"/>
              </a:defRPr>
            </a:pPr>
            <a:r>
              <a:t>./scripts/deploy_cloud_run.sh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Builds with Cloud Build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Auto-scales to zero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HTTPS endpoints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IAM authentication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Each agent has its own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BBC04"/>
                </a:solidFill>
                <a:latin typeface="Calibri"/>
              </a:defRPr>
            </a:pPr>
            <a:r>
              <a:t>Dockerfile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566160" cy="502920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defRPr sz="2000" b="1">
                <a:solidFill>
                  <a:srgbClr val="FBBC04"/>
                </a:solidFill>
                <a:latin typeface="Calibri"/>
              </a:defRPr>
            </a:pPr>
            <a:r>
              <a:t>Vertex AI Agent Engine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400" b="0">
                <a:solidFill>
                  <a:srgbClr val="B0BEC5"/>
                </a:solidFill>
                <a:latin typeface="Calibri"/>
              </a:defRPr>
            </a:pPr>
            <a:r>
              <a:t>Managed agent hosting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Orchestrator deployed as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managed Vertex AI agent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Auto-routing to Cloud Run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Built-in monitoring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OpenTelemetry tracing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1">
                <a:solidFill>
                  <a:srgbClr val="4285F4"/>
                </a:solidFill>
                <a:latin typeface="Calibri"/>
              </a:defRPr>
            </a:pPr>
            <a:r>
              <a:t>GCP Resources: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Cloud Run APIs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Cloud Build APIs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GCS staging bucket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COMPLETE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All 24 A2A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5760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40796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Agent Cards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All agents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F2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Sync Request/Response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All agents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F3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SSE Streaming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weather, research, async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F4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Push Notifications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async -&gt; webhook_server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F5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Task Lifecycle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async_agent (7 states)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F6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Multi-turn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research, loop agents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F7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Extended Card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research_agent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F8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Auth Schemes (4)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weather/code/research/data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F9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A2A Routing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orchestrator_agent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F10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Workflow Agents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pipeline/parallel/loop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F11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Agent Types (5)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LLM/Seq/Para/Loop/Remote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F12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Tool Types (3)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Functions/Search/CodeExec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097280"/>
          <a:ext cx="5669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0796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F13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Session State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pipeline_agent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F14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research_agent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F15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Artifacts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data_agent (CSV)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F16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Callbacks (6 hooks)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shared/callbacks.py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F17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Safety Guardrails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code_agent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F18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evals/ (5 datasets)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F19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Agent Engine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orchestrator deploy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F20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Cloud Run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All remote agents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F21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gRPC Transport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a2a_client/grpc_client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F22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OpenTelemetry config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F23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ADK Dev UI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adk run/web/api_server</a:t>
                      </a:r>
                    </a:p>
                  </a:txBody>
                  <a:tcPr>
                    <a:solidFill>
                      <a:srgbClr val="1A233B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F24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Interoperability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0BEC5"/>
                          </a:solidFill>
                          <a:latin typeface="Calibri"/>
                        </a:defRPr>
                      </a:pPr>
                      <a:r>
                        <a:t>a2a_client (httpx only)</a:t>
                      </a:r>
                    </a:p>
                  </a:txBody>
                  <a:tcPr>
                    <a:solidFill>
                      <a:srgbClr val="131C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97280" cy="5029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Agent discovery  |  Routing  |  Async tasks  |  Auth  | 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85F4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Demo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0BCD4"/>
                </a:solidFill>
                <a:latin typeface="Consolas"/>
              </a:defRPr>
            </a:pPr>
            <a:r>
              <a:t># 1. Start all agents (uvicorn, not adk api_server)</a:t>
            </a:r>
            <a:br/>
            <a:r>
              <a:t>./scripts/start_all.sh</a:t>
            </a:r>
            <a:br/>
            <a:br/>
            <a:r>
              <a:t># 2. Agent Discovery</a:t>
            </a:r>
            <a:br/>
            <a:r>
              <a:t>curl http://localhost:8001/.well-known/agent.json | python3 -m json.tool</a:t>
            </a:r>
            <a:br/>
            <a:br/>
            <a:r>
              <a:t># 3. Sync message/send (note: messageId is required)</a:t>
            </a:r>
            <a:br/>
            <a:r>
              <a:t>curl -X POST http://localhost:8001/ \</a:t>
            </a:r>
            <a:br/>
            <a:r>
              <a:t>  -H "Content-Type: application/json" \</a:t>
            </a:r>
            <a:br/>
            <a:r>
              <a:t>  -d '{"jsonrpc":"2.0","id":"1","method":"message/send",</a:t>
            </a:r>
            <a:br/>
            <a:r>
              <a:t>       "params":{"message":{"role":"user","messageId":"m1",</a:t>
            </a:r>
            <a:br/>
            <a:r>
              <a:t>       "parts":[{"kind":"text","text":"Weather in Paris?"}]}}}'</a:t>
            </a:r>
            <a:br/>
            <a:br/>
            <a:r>
              <a:t># 4. Orchestrator (ADK Web UI -- use "." for project root)</a:t>
            </a:r>
            <a:br/>
            <a:r>
              <a:t>adk web --host 0.0.0.0 --port 8000 .</a:t>
            </a:r>
            <a:br/>
            <a:br/>
            <a:r>
              <a:t># 5. Standalone A2A client (no ADK, just httpx)</a:t>
            </a:r>
            <a:br/>
            <a:r>
              <a:t>python3 -m a2a_client.client</a:t>
            </a:r>
            <a:br/>
            <a:br/>
            <a:r>
              <a:t># 6. Run Tests</a:t>
            </a:r>
            <a:br/>
            <a:r>
              <a:t>pytest tests/ -v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82296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94960" cy="15544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defRPr sz="1800" b="1">
                <a:solidFill>
                  <a:srgbClr val="4285F4"/>
                </a:solidFill>
                <a:latin typeface="Calibri"/>
              </a:defRPr>
            </a:pPr>
            <a:r>
              <a:t>A2A is the HTTP of the agent world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Open protocol for agent-to-agent communication, framework-agnostic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188720"/>
            <a:ext cx="5394960" cy="15544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defRPr sz="1800" b="1">
                <a:solidFill>
                  <a:srgbClr val="34A853"/>
                </a:solidFill>
                <a:latin typeface="Calibri"/>
              </a:defRPr>
            </a:pPr>
            <a:r>
              <a:t>Agent Cards enable discovery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Standardized capability advertisement at /.well-known/agent.json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5394960" cy="15544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defRPr sz="1800" b="1">
                <a:solidFill>
                  <a:srgbClr val="FBBC04"/>
                </a:solidFill>
                <a:latin typeface="Calibri"/>
              </a:defRPr>
            </a:pPr>
            <a:r>
              <a:t>ADK makes it simple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3 steps: Agent Card -&gt; LlmAgent -&gt; to_a2a() = production A2A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017520"/>
            <a:ext cx="5394960" cy="15544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defRPr sz="1800" b="1">
                <a:solidFill>
                  <a:srgbClr val="EA4335"/>
                </a:solidFill>
                <a:latin typeface="Calibri"/>
              </a:defRPr>
            </a:pPr>
            <a:r>
              <a:t>Security is layered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Discovery always public, operations authenticated, 4 auth schemes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46320"/>
            <a:ext cx="5394960" cy="15544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defRPr sz="1800" b="1">
                <a:solidFill>
                  <a:srgbClr val="00BCD4"/>
                </a:solidFill>
                <a:latin typeface="Calibri"/>
              </a:defRPr>
            </a:pPr>
            <a:r>
              <a:t>Test everything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300 tests, mock environment, zero GCP calls in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4846320"/>
            <a:ext cx="5394960" cy="1554480"/>
          </a:xfrm>
          <a:prstGeom prst="roundRect">
            <a:avLst/>
          </a:prstGeom>
          <a:solidFill>
            <a:srgbClr val="1A233B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defRPr sz="1800" b="1">
                <a:solidFill>
                  <a:srgbClr val="FF9800"/>
                </a:solidFill>
                <a:latin typeface="Calibri"/>
              </a:defRPr>
            </a:pPr>
            <a:r>
              <a:t>Production-ready patterns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0BEC5"/>
                </a:solidFill>
                <a:latin typeface="Calibri"/>
              </a:defRPr>
            </a:pPr>
            <a:r>
              <a:t>Callbacks, guardrails, URL redaction, HMAC signatures, retry logic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CD4"/>
                </a:solidFill>
                <a:latin typeface="Calibri"/>
              </a:defRPr>
            </a:pPr>
            <a:r>
              <a:t>Resources</a:t>
            </a:r>
          </a:p>
          <a:p>
            <a:pPr algn="ctr">
              <a:spcBef>
                <a:spcPts val="1400"/>
              </a:spcBef>
              <a:spcAft>
                <a:spcPts val="200"/>
              </a:spcAft>
              <a:defRPr sz="1600" b="0">
                <a:solidFill>
                  <a:srgbClr val="B0BEC5"/>
                </a:solidFill>
                <a:latin typeface="Calibri"/>
              </a:defRPr>
            </a:pPr>
            <a:r>
              <a:t>A2A Protocol Spec:  a2a-protocol.org/latest/specification/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B0BEC5"/>
                </a:solidFill>
                <a:latin typeface="Calibri"/>
              </a:defRPr>
            </a:pPr>
            <a:r>
              <a:t>Google ADK Docs:  google.github.io/adk-docs/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B0BEC5"/>
                </a:solidFill>
                <a:latin typeface="Calibri"/>
              </a:defRPr>
            </a:pPr>
            <a:r>
              <a:t>Project Docs:  README.md  |  ENV_SETUP.md  |  DEMO.md  |  SPEAKER_NOTES.md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